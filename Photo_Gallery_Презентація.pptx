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📸 Photo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Веб-застосунок для пошуку та перегляду фотографій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CF0F1"/>
                </a:solidFill>
              </a:defRPr>
            </a:pPr>
            <a:r>
              <a:t>Виконав: Брам Олександр</a:t>
            </a:r>
          </a:p>
          <a:p>
            <a:r>
              <a:t>Група: ОП-221</a:t>
            </a:r>
          </a:p>
          <a:p>
            <a:r>
              <a:t>Олександрійський політехнічний фаховий коледж</a:t>
            </a:r>
          </a:p>
          <a:p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</a:defRPr>
            </a:pPr>
            <a:r>
              <a:t>Головна сторінка застосунку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solidFill>
            <a:srgbClr val="ECF0F1"/>
          </a:solidFill>
          <a:ln w="2540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34495E"/>
                </a:solidFill>
              </a:defRPr>
            </a:pPr>
            <a:r>
              <a:t>📷 СКРІНШОТ:</a:t>
            </a:r>
          </a:p>
          <a:p>
            <a:pPr algn="ctr">
              <a:defRPr sz="2000">
                <a:solidFill>
                  <a:srgbClr val="34495E"/>
                </a:solidFill>
              </a:defRPr>
            </a:pPr>
          </a:p>
          <a:p>
            <a:pPr algn="ctr">
              <a:defRPr sz="2000">
                <a:solidFill>
                  <a:srgbClr val="34495E"/>
                </a:solidFill>
              </a:defRPr>
            </a:pPr>
            <a:r>
              <a:t>Головна сторінка з навігацією,</a:t>
            </a:r>
          </a:p>
          <a:p>
            <a:pPr algn="ctr">
              <a:defRPr sz="2000">
                <a:solidFill>
                  <a:srgbClr val="34495E"/>
                </a:solidFill>
              </a:defRPr>
            </a:pPr>
            <a:r>
              <a:t>формою пошуку та галереєю фотографій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4495E"/>
                </a:solidFill>
              </a:defRPr>
            </a:pPr>
            <a:r>
              <a:t>🔹 Navbar з назвою застосунку  🔹 Форма пошуку з кнопкою  🔹 Адаптивна галерея фотографій (3 колонки)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</a:defRPr>
            </a:pPr>
            <a:r>
              <a:t>🔍 Пошук фотографій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solidFill>
            <a:srgbClr val="ECF0F1"/>
          </a:solidFill>
          <a:ln w="2540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4495E"/>
                </a:solidFill>
              </a:defRPr>
            </a:pPr>
            <a:r>
              <a:t>📷 СКРІНШОТ:</a:t>
            </a:r>
          </a:p>
          <a:p>
            <a:pPr algn="ctr">
              <a:defRPr sz="1800">
                <a:solidFill>
                  <a:srgbClr val="34495E"/>
                </a:solidFill>
              </a:defRPr>
            </a:pPr>
          </a:p>
          <a:p>
            <a:pPr algn="ctr">
              <a:defRPr sz="1800">
                <a:solidFill>
                  <a:srgbClr val="34495E"/>
                </a:solidFill>
              </a:defRPr>
            </a:pPr>
            <a:r>
              <a:t>Форма пошуку з</a:t>
            </a:r>
          </a:p>
          <a:p>
            <a:pPr algn="ctr">
              <a:defRPr sz="1800">
                <a:solidFill>
                  <a:srgbClr val="34495E"/>
                </a:solidFill>
              </a:defRPr>
            </a:pPr>
            <a:r>
              <a:t>введеним запитом</a:t>
            </a:r>
          </a:p>
          <a:p>
            <a:pPr algn="ctr">
              <a:defRPr sz="1800">
                <a:solidFill>
                  <a:srgbClr val="34495E"/>
                </a:solidFill>
              </a:defRPr>
            </a:pPr>
            <a:r>
              <a:t>"nature"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09728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Функціонал пошуку: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✅ Текстове поле з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 placeholder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✅ HTML5 валідація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 (required)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✅ JavaScript валідація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   (trim для порожніх)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✅ Кнопка "Пошук"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✅ Submit при Enter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</a:defRPr>
            </a:pPr>
            <a:r>
              <a:t>🗂 Категорії для швидкого доступу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ECF0F1"/>
          </a:solidFill>
          <a:ln w="2540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4495E"/>
                </a:solidFill>
              </a:defRPr>
            </a:pPr>
            <a:r>
              <a:t>📷 СКРІНШОТ: Горизонтальна навігація з кнопками категорій</a:t>
            </a:r>
          </a:p>
          <a:p>
            <a:pPr algn="ctr">
              <a:defRPr sz="1800">
                <a:solidFill>
                  <a:srgbClr val="34495E"/>
                </a:solidFill>
              </a:defRPr>
            </a:pPr>
            <a:r>
              <a:t>(Featured, Wallpapers, 3D Renders, Nature, Textures, Film, Architecture...)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4495E"/>
                </a:solidFill>
              </a:defRPr>
            </a:pPr>
            <a:r>
              <a:t>🎯 11 популярних категорій для швидкого пошуку</a:t>
            </a:r>
          </a:p>
          <a:p>
            <a:pPr>
              <a:spcAft>
                <a:spcPts val="1200"/>
              </a:spcAft>
              <a:defRPr sz="2000">
                <a:solidFill>
                  <a:srgbClr val="34495E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4495E"/>
                </a:solidFill>
              </a:defRPr>
            </a:pPr>
            <a:r>
              <a:t>📱 Горизонтальна прокрутка (на мобільних - свайп)</a:t>
            </a:r>
          </a:p>
          <a:p>
            <a:pPr>
              <a:spcAft>
                <a:spcPts val="1200"/>
              </a:spcAft>
              <a:defRPr sz="2000">
                <a:solidFill>
                  <a:srgbClr val="34495E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4495E"/>
                </a:solidFill>
              </a:defRPr>
            </a:pPr>
            <a:r>
              <a:t>🎨 Активна категорія виділена темним фоном та білим текстом</a:t>
            </a:r>
          </a:p>
          <a:p>
            <a:pPr>
              <a:spcAft>
                <a:spcPts val="1200"/>
              </a:spcAft>
              <a:defRPr sz="2000">
                <a:solidFill>
                  <a:srgbClr val="34495E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4495E"/>
                </a:solidFill>
              </a:defRPr>
            </a:pPr>
            <a:r>
              <a:t>⚡ Клік на категорію автоматично виконує пошук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</a:defRPr>
            </a:pPr>
            <a:r>
              <a:t>🖼 Адаптивна галерея фотографій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solidFill>
            <a:srgbClr val="ECF0F1"/>
          </a:solidFill>
          <a:ln w="2540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4495E"/>
                </a:solidFill>
              </a:defRPr>
            </a:pPr>
            <a:r>
              <a:t>📷 СКРІНШОТ:</a:t>
            </a:r>
          </a:p>
          <a:p>
            <a:pPr algn="ctr">
              <a:defRPr sz="1800">
                <a:solidFill>
                  <a:srgbClr val="34495E"/>
                </a:solidFill>
              </a:defRPr>
            </a:pPr>
          </a:p>
          <a:p>
            <a:pPr algn="ctr">
              <a:defRPr sz="1800">
                <a:solidFill>
                  <a:srgbClr val="34495E"/>
                </a:solidFill>
              </a:defRPr>
            </a:pPr>
            <a:r>
              <a:t>Галерея з 9-12 фотографіями в адаптивній сітці (3 колонки)</a:t>
            </a:r>
          </a:p>
          <a:p>
            <a:pPr algn="ctr">
              <a:defRPr sz="1800">
                <a:solidFill>
                  <a:srgbClr val="34495E"/>
                </a:solidFill>
              </a:defRPr>
            </a:pPr>
            <a:r>
              <a:t>Кожна картка має кнопку улюбленого (🤍), інформацію про автора та лайки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4495E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</a:defRPr>
            </a:pPr>
            <a:r>
              <a:t>🔄 Сортування та фільтри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572000" cy="3200400"/>
          </a:xfrm>
          <a:prstGeom prst="rect">
            <a:avLst/>
          </a:prstGeom>
          <a:solidFill>
            <a:srgbClr val="ECF0F1"/>
          </a:solidFill>
          <a:ln w="2540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4495E"/>
                </a:solidFill>
              </a:defRPr>
            </a:pPr>
            <a:r>
              <a:t>📷 СКРІНШОТ:</a:t>
            </a:r>
          </a:p>
          <a:p>
            <a:pPr algn="ctr">
              <a:defRPr sz="1600">
                <a:solidFill>
                  <a:srgbClr val="34495E"/>
                </a:solidFill>
              </a:defRPr>
            </a:pPr>
          </a:p>
          <a:p>
            <a:pPr algn="ctr">
              <a:defRPr sz="1600">
                <a:solidFill>
                  <a:srgbClr val="34495E"/>
                </a:solidFill>
              </a:defRPr>
            </a:pPr>
            <a:r>
              <a:t>Форми фільтрів:</a:t>
            </a:r>
          </a:p>
          <a:p>
            <a:pPr algn="ctr">
              <a:defRPr sz="1600">
                <a:solidFill>
                  <a:srgbClr val="34495E"/>
                </a:solidFill>
              </a:defRPr>
            </a:pPr>
            <a:r>
              <a:t>- Сортування</a:t>
            </a:r>
          </a:p>
          <a:p>
            <a:pPr algn="ctr">
              <a:defRPr sz="1600">
                <a:solidFill>
                  <a:srgbClr val="34495E"/>
                </a:solidFill>
              </a:defRPr>
            </a:pPr>
            <a:r>
              <a:t>- Мінімум лайків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109728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  <a:r>
              <a:t>📊 Сортування:</a:t>
            </a:r>
          </a:p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  <a:r>
              <a:t>• Релевантність</a:t>
            </a:r>
          </a:p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  <a:r>
              <a:t>• Від найпопулярніших ⬇️</a:t>
            </a:r>
          </a:p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  <a:r>
              <a:t>• Від найновіших 🕒</a:t>
            </a:r>
          </a:p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  <a:r>
              <a:t>🎯 Фільтр лайків:</a:t>
            </a:r>
          </a:p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  <a:r>
              <a:t>• Мінімум вподобань</a:t>
            </a:r>
          </a:p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  <a:r>
              <a:t>• Number input (min="0")</a:t>
            </a:r>
          </a:p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  <a:r>
              <a:t>• Debouncing 500мс</a:t>
            </a:r>
          </a:p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  <a:r>
              <a:t>• Тільки для улюблених</a:t>
            </a:r>
          </a:p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  <a:r>
              <a:t>⚡ Автоматичне</a:t>
            </a:r>
          </a:p>
          <a:p>
            <a:pPr>
              <a:spcAft>
                <a:spcPts val="600"/>
              </a:spcAft>
              <a:defRPr sz="1500">
                <a:solidFill>
                  <a:srgbClr val="34495E"/>
                </a:solidFill>
              </a:defRPr>
            </a:pPr>
            <a:r>
              <a:t>   оновлення галереї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</a:defRPr>
            </a:pPr>
            <a:r>
              <a:t>📄 Три режими завантаження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4495E"/>
                </a:solidFill>
              </a:defRPr>
            </a:pPr>
            <a:r>
              <a:t>📷 СКРІНШОТ: Перемикач режимів (btn-group)</a:t>
            </a:r>
          </a:p>
          <a:p>
            <a:pPr algn="ctr">
              <a:defRPr sz="1600">
                <a:solidFill>
                  <a:srgbClr val="34495E"/>
                </a:solidFill>
              </a:defRPr>
            </a:pPr>
            <a:r>
              <a:t>📄 Пагінація  |  ➕ Завантажити більше  |  ∞ Infinite Scroll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7955279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  <a:r>
              <a:t>📄 Пагінація - класична навігація з номерами сторінок</a:t>
            </a:r>
          </a:p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  <a:r>
              <a:t>   • Кнопки "Попередня"/"Наступна"</a:t>
            </a:r>
          </a:p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  <a:r>
              <a:t>   • Максимум 5 видимих номерів</a:t>
            </a:r>
          </a:p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  <a:r>
              <a:t>   • Плавна прокрутка до верху</a:t>
            </a:r>
          </a:p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  <a:r>
              <a:t>➕ Завантажити більше - кнопка для додавання фото</a:t>
            </a:r>
          </a:p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  <a:r>
              <a:t>   • Додає наступні 12 фото до існуючих</a:t>
            </a:r>
          </a:p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  <a:r>
              <a:t>   • Контроль завантаження користувачем</a:t>
            </a:r>
          </a:p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  <a:r>
              <a:t>∞ Infinite Scroll - автоматичне завантаження при прокрутці</a:t>
            </a:r>
          </a:p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  <a:r>
              <a:t>   • За 300px до кінця сторінки</a:t>
            </a:r>
          </a:p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  <a:r>
              <a:t>   • Debouncing 200мс</a:t>
            </a:r>
          </a:p>
          <a:p>
            <a:pPr>
              <a:spcAft>
                <a:spcPts val="800"/>
              </a:spcAft>
              <a:defRPr sz="1500">
                <a:solidFill>
                  <a:srgbClr val="34495E"/>
                </a:solidFill>
              </a:defRPr>
            </a:pPr>
            <a:r>
              <a:t>   • Безперервний перегляд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</a:defRPr>
            </a:pPr>
            <a:r>
              <a:t>🖼 Перегляд фото у повному розмірі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solidFill>
            <a:srgbClr val="ECF0F1"/>
          </a:solidFill>
          <a:ln w="2540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4495E"/>
                </a:solidFill>
              </a:defRPr>
            </a:pPr>
            <a:r>
              <a:t>📷 СКРІНШОТ:</a:t>
            </a:r>
          </a:p>
          <a:p>
            <a:pPr algn="ctr">
              <a:defRPr sz="1800">
                <a:solidFill>
                  <a:srgbClr val="34495E"/>
                </a:solidFill>
              </a:defRPr>
            </a:pPr>
          </a:p>
          <a:p>
            <a:pPr algn="ctr">
              <a:defRPr sz="1800">
                <a:solidFill>
                  <a:srgbClr val="34495E"/>
                </a:solidFill>
              </a:defRPr>
            </a:pPr>
            <a:r>
              <a:t>Модальне вікно Bootstrap з фото у високій якості</a:t>
            </a:r>
          </a:p>
          <a:p>
            <a:pPr algn="ctr">
              <a:defRPr sz="1800">
                <a:solidFill>
                  <a:srgbClr val="34495E"/>
                </a:solidFill>
              </a:defRPr>
            </a:pPr>
            <a:r>
              <a:t>Заголовок, опис, автор, кількість лайків</a:t>
            </a:r>
          </a:p>
          <a:p>
            <a:pPr algn="ctr">
              <a:defRPr sz="1800">
                <a:solidFill>
                  <a:srgbClr val="34495E"/>
                </a:solidFill>
              </a:defRPr>
            </a:pPr>
            <a:r>
              <a:t>Кнопки: "Закрити" та "Відкрити оригінал"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4495E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</a:defRPr>
            </a:pPr>
            <a:r>
              <a:t>❤️ Система улюблених фотографій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ECF0F1"/>
          </a:solidFill>
          <a:ln w="2540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4495E"/>
                </a:solidFill>
              </a:defRPr>
            </a:pPr>
            <a:r>
              <a:t>📷 СКРІНШОТ:</a:t>
            </a:r>
          </a:p>
          <a:p>
            <a:pPr algn="ctr">
              <a:defRPr sz="1800">
                <a:solidFill>
                  <a:srgbClr val="34495E"/>
                </a:solidFill>
              </a:defRPr>
            </a:pPr>
          </a:p>
          <a:p>
            <a:pPr algn="ctr">
              <a:defRPr sz="1800">
                <a:solidFill>
                  <a:srgbClr val="34495E"/>
                </a:solidFill>
              </a:defRPr>
            </a:pPr>
            <a:r>
              <a:t>Вкладка "❤️ Улюблені (N)" зі збереженими фотографіями</a:t>
            </a:r>
          </a:p>
          <a:p>
            <a:pPr algn="ctr">
              <a:defRPr sz="1800">
                <a:solidFill>
                  <a:srgbClr val="34495E"/>
                </a:solidFill>
              </a:defRPr>
            </a:pPr>
            <a:r>
              <a:t>Кнопки улюбленого: 🤍 (не додано) та ❤️ (додано)</a:t>
            </a:r>
          </a:p>
          <a:p>
            <a:pPr algn="ctr">
              <a:defRPr sz="1800">
                <a:solidFill>
                  <a:srgbClr val="34495E"/>
                </a:solidFill>
              </a:defRPr>
            </a:pPr>
            <a:r>
              <a:t>Фільтр за мінімальною кількістю лайків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4495E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</a:defRPr>
            </a:pPr>
            <a:r>
              <a:t>📱 Адаптивний дизайн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00"/>
          </a:xfrm>
          <a:prstGeom prst="rect">
            <a:avLst/>
          </a:prstGeom>
          <a:solidFill>
            <a:srgbClr val="ECF0F1"/>
          </a:solidFill>
          <a:ln w="2540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4495E"/>
                </a:solidFill>
              </a:defRPr>
            </a:pPr>
            <a:r>
              <a:t>📷</a:t>
            </a:r>
          </a:p>
          <a:p>
            <a:pPr algn="ctr">
              <a:defRPr sz="1600">
                <a:solidFill>
                  <a:srgbClr val="34495E"/>
                </a:solidFill>
              </a:defRPr>
            </a:pPr>
          </a:p>
          <a:p>
            <a:pPr algn="ctr">
              <a:defRPr sz="1600">
                <a:solidFill>
                  <a:srgbClr val="34495E"/>
                </a:solidFill>
              </a:defRPr>
            </a:pPr>
            <a:r>
              <a:t>Desktop</a:t>
            </a:r>
          </a:p>
          <a:p>
            <a:pPr algn="ctr">
              <a:defRPr sz="1600">
                <a:solidFill>
                  <a:srgbClr val="34495E"/>
                </a:solidFill>
              </a:defRPr>
            </a:pPr>
          </a:p>
          <a:p>
            <a:pPr algn="ctr">
              <a:defRPr sz="1600">
                <a:solidFill>
                  <a:srgbClr val="34495E"/>
                </a:solidFill>
              </a:defRPr>
            </a:pPr>
            <a:r>
              <a:t>3 колонки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097280"/>
            <a:ext cx="2743200" cy="3657600"/>
          </a:xfrm>
          <a:prstGeom prst="rect">
            <a:avLst/>
          </a:prstGeom>
          <a:solidFill>
            <a:srgbClr val="ECF0F1"/>
          </a:solidFill>
          <a:ln w="2540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4495E"/>
                </a:solidFill>
              </a:defRPr>
            </a:pPr>
            <a:r>
              <a:t>📷</a:t>
            </a:r>
          </a:p>
          <a:p>
            <a:pPr algn="ctr">
              <a:defRPr sz="1600">
                <a:solidFill>
                  <a:srgbClr val="34495E"/>
                </a:solidFill>
              </a:defRPr>
            </a:pPr>
          </a:p>
          <a:p>
            <a:pPr algn="ctr">
              <a:defRPr sz="1600">
                <a:solidFill>
                  <a:srgbClr val="34495E"/>
                </a:solidFill>
              </a:defRPr>
            </a:pPr>
            <a:r>
              <a:t>Tablet</a:t>
            </a:r>
          </a:p>
          <a:p>
            <a:pPr algn="ctr">
              <a:defRPr sz="1600">
                <a:solidFill>
                  <a:srgbClr val="34495E"/>
                </a:solidFill>
              </a:defRPr>
            </a:pPr>
          </a:p>
          <a:p>
            <a:pPr algn="ctr">
              <a:defRPr sz="1600">
                <a:solidFill>
                  <a:srgbClr val="34495E"/>
                </a:solidFill>
              </a:defRPr>
            </a:pPr>
            <a:r>
              <a:t>2 колонки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097280"/>
            <a:ext cx="2743200" cy="3657600"/>
          </a:xfrm>
          <a:prstGeom prst="rect">
            <a:avLst/>
          </a:prstGeom>
          <a:solidFill>
            <a:srgbClr val="ECF0F1"/>
          </a:solidFill>
          <a:ln w="2540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4495E"/>
                </a:solidFill>
              </a:defRPr>
            </a:pPr>
            <a:r>
              <a:t>📷</a:t>
            </a:r>
          </a:p>
          <a:p>
            <a:pPr algn="ctr">
              <a:defRPr sz="1600">
                <a:solidFill>
                  <a:srgbClr val="34495E"/>
                </a:solidFill>
              </a:defRPr>
            </a:pPr>
          </a:p>
          <a:p>
            <a:pPr algn="ctr">
              <a:defRPr sz="1600">
                <a:solidFill>
                  <a:srgbClr val="34495E"/>
                </a:solidFill>
              </a:defRPr>
            </a:pPr>
            <a:r>
              <a:t>Mobile</a:t>
            </a:r>
          </a:p>
          <a:p>
            <a:pPr algn="ctr">
              <a:defRPr sz="1600">
                <a:solidFill>
                  <a:srgbClr val="34495E"/>
                </a:solidFill>
              </a:defRPr>
            </a:pPr>
          </a:p>
          <a:p>
            <a:pPr algn="ctr">
              <a:defRPr sz="1600">
                <a:solidFill>
                  <a:srgbClr val="34495E"/>
                </a:solidFill>
              </a:defRPr>
            </a:pPr>
            <a:r>
              <a:t>1 колонка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795527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4495E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</a:defRPr>
            </a:pPr>
            <a:r>
              <a:t>⚠️ Обробка помилок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029200" cy="2743200"/>
          </a:xfrm>
          <a:prstGeom prst="rect">
            <a:avLst/>
          </a:prstGeom>
          <a:solidFill>
            <a:srgbClr val="FFE6E6"/>
          </a:solidFill>
          <a:ln w="254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B42828"/>
                </a:solidFill>
              </a:defRPr>
            </a:pPr>
            <a:r>
              <a:t>📷 СКРІНШОТ:</a:t>
            </a:r>
          </a:p>
          <a:p>
            <a:pPr algn="ctr">
              <a:defRPr sz="1600">
                <a:solidFill>
                  <a:srgbClr val="B42828"/>
                </a:solidFill>
              </a:defRPr>
            </a:pPr>
          </a:p>
          <a:p>
            <a:pPr algn="ctr">
              <a:defRPr sz="1600">
                <a:solidFill>
                  <a:srgbClr val="B42828"/>
                </a:solidFill>
              </a:defRPr>
            </a:pPr>
            <a:r>
              <a:t>Bootstrap Alert</a:t>
            </a:r>
          </a:p>
          <a:p>
            <a:pPr algn="ctr">
              <a:defRPr sz="1600">
                <a:solidFill>
                  <a:srgbClr val="B42828"/>
                </a:solidFill>
              </a:defRPr>
            </a:pPr>
            <a:r>
              <a:t>з повідомленням</a:t>
            </a:r>
          </a:p>
          <a:p>
            <a:pPr algn="ctr">
              <a:defRPr sz="1600">
                <a:solidFill>
                  <a:srgbClr val="B42828"/>
                </a:solidFill>
              </a:defRPr>
            </a:pPr>
            <a:r>
              <a:t>про помилку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097280"/>
            <a:ext cx="3200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Типи помилок:</a:t>
            </a: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🔴 API помилки:</a:t>
            </a: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• 401 - Невірний ключ</a:t>
            </a: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• 403 - Ліміт запитів</a:t>
            </a: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🔴 Мережа:</a:t>
            </a: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• Помилка з'єднання</a:t>
            </a: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• Timeout</a:t>
            </a: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🔴 Валідація:</a:t>
            </a: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• Порожній запит</a:t>
            </a: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🔴 localStorage:</a:t>
            </a: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• Недоступний</a:t>
            </a: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Try-catch блоки</a:t>
            </a:r>
          </a:p>
          <a:p>
            <a:pPr>
              <a:spcAft>
                <a:spcPts val="600"/>
              </a:spcAft>
              <a:defRPr sz="1400">
                <a:solidFill>
                  <a:srgbClr val="34495E"/>
                </a:solidFill>
              </a:defRPr>
            </a:pPr>
            <a:r>
              <a:t>для всіх операцій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495E"/>
                </a:solidFill>
              </a:defRPr>
            </a:pPr>
            <a:r>
              <a:t>🛠 Технічний стек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931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⚡ Збірка: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Vite 7.2.4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npm/Node.js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💻 Frontend: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JavaScript ES6+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HTML5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CSS3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📚 Бібліотеки: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Bootstrap 5.3.8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Axios 1.13.2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🔌 API: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Unsplash API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REST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💾 Дані: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localStorage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JSON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🛠 Інструменти: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Git/GitHub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VS Code</a:t>
            </a:r>
          </a:p>
          <a:p>
            <a:pPr>
              <a:spcAft>
                <a:spcPts val="1000"/>
              </a:spcAft>
              <a:defRPr sz="1800">
                <a:solidFill>
                  <a:srgbClr val="34495E"/>
                </a:solidFill>
              </a:defRPr>
            </a:pPr>
            <a:r>
              <a:t>• Chrome DevTools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495E"/>
                </a:solidFill>
              </a:defRPr>
            </a:pPr>
            <a:r>
              <a:t>📁 Модульна архітектура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Проєкт організовано за принципом розділення відповідальностей: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📁 src/config.js - конфігурація API ключів та констант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📁 src/state.js - глобальний стан застосунку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📁 src/dom.js - посилання на всі DOM елементи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📁 src/storage.js - робота з localStorage (getFavorites, saveFavorites)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📁 src/api.js - HTTP запити до Unsplash API через Axios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📁 src/ui.js - функції відображення UI (createPhotoCard, displayPhotos)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📁 src/events.js - обробники подій (submit, click, scroll)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📁 src/main.js - точка входу, ініціалізація застосунку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✅ Переваги: легко підтримувати, розширювати, тестувати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✅ Кожен модуль має свою відповідальність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✅ Можливість повторного використання коду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</a:defRPr>
            </a:pPr>
            <a:r>
              <a:t>💻 Приклад коду: API запити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export async function fetchPhotos(query, page) {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try {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const response = await axios.get(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  `${UNSPLASH_API_URL}/search/photos`,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  {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    params: {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      query: query,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      page: page,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      per_page: 12,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      client_id: UNSPLASH_ACCESS_KEY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    }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)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return response.data.results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} catch (error) {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if (error.response) {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  showError(`Помилка API: ${error.response.status}`)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} else if (error.request) {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  showError('Помилка мережі')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  return []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400">
                <a:solidFill>
                  <a:srgbClr val="34495E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495E"/>
                </a:solidFill>
              </a:defRPr>
            </a:pPr>
            <a:r>
              <a:t>🎯 Результати та досягнення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  <a:r>
              <a:t>✅ Повністю реалізовані всі 12+ тем практики</a:t>
            </a: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  <a:r>
              <a:t>✅ Модульна архітектура з 8 окремих файлів</a:t>
            </a: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  <a:r>
              <a:t>✅ Інтеграція з реальним API (Unsplash)</a:t>
            </a: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  <a:r>
              <a:t>✅ Три різні режими завантаження даних</a:t>
            </a: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  <a:r>
              <a:t>✅ Адаптивний дизайн для всіх пристроїв</a:t>
            </a: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  <a:r>
              <a:t>✅ Система збереження улюблених фото</a:t>
            </a: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  <a:r>
              <a:t>✅ Професійна обробка помилок</a:t>
            </a: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  <a:r>
              <a:t>✅ Оптимізація (debouncing, lazy loading, delegation)</a:t>
            </a: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  <a:r>
              <a:t>✅ Готовність до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495E"/>
                </a:solidFill>
              </a:defRPr>
            </a:pPr>
            <a:r>
              <a:t>🚀 Як запустити проєкт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1️⃣ Клонування репозиторію: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   git clone https://github.com/AlexBram003/Practika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   cd Practika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2️⃣ Встановлення залежностей: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   npm install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3️⃣ Запуск dev-сервера: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   npm run dev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4️⃣ Відкрити браузер: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   http://localhost:5173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💡 Спробуйте: пошук "nature", клік на категорію,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   додавання до улюблених, зміна режиму завантаження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Дякую за увагу!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📧 Питання?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📸 Photo Gallery - Брам Олександр, ОП-221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