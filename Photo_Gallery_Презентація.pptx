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📸 Photo Gallery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ECF0F1"/>
                </a:solidFill>
              </a:defRPr>
            </a:pPr>
            <a:r>
              <a:t>Веб-застосунок для пошуку та перегляду фотографій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F0F1"/>
                </a:solidFill>
              </a:defRPr>
            </a:pPr>
            <a:r>
              <a:t>Виконав: Брам Олександр</a:t>
            </a:r>
          </a:p>
          <a:p>
            <a:r>
              <a:t>Група: ОП-221</a:t>
            </a:r>
          </a:p>
          <a:p>
            <a:r>
              <a:t>Олександрійський політехнічний фаховий коледж</a:t>
            </a:r>
          </a:p>
          <a:p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Опис проєкту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Photo Gallery - інтерактивний веб-застосунок для пошуку та перегляду фотографій з API Unsplash.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🎯 Мета проєкту: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• Створення зручного інтерфейсу для пошуку фотографій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• Практичне застосування сучасних веб-технологій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• Інтеграція з зовнішнім API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• Реалізація адаптивного дизайну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📦 Варіант завдання: №6 - Photo Gallery</a:t>
            </a:r>
          </a:p>
          <a:p>
            <a:pPr>
              <a:spcAft>
                <a:spcPts val="1200"/>
              </a:spcAft>
              <a:defRPr sz="1800">
                <a:solidFill>
                  <a:srgbClr val="34495E"/>
                </a:solidFill>
              </a:defRPr>
            </a:pPr>
            <a:r>
              <a:t>Відображення фотографій з API (Unsplash) із можливістю перегляду у повному розмірі та збереження улюблених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Технічний стек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657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⚡ Інструменти збірки: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Vite 7.2.4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npm/Node.js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🎨 Frontend: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JavaScript ES6+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HTML5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CSS3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📚 Бібліотеки: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Bootstrap 5.3.8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Axios 1.13.2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3657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🔌 API та сервіси: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Unsplash API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REST API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💾 Зберігання даних: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localStorage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JSON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🛠 Інструменти розробки: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Git/GitHub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VS Code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Chrome DevTools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Основна функціональність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🔍 Пошук фотографій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Пошук за ключовими словами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Валідація форми введення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Миттєве відображення результатів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🗂 Категорії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11 популярних категорій (Nature, Architecture, Travel...)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Горизонтальна прокрутка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Швидкий доступ одним кліком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🔄 Сортування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За релевантністю (за замовчуванням)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Від найпопулярніших ⬇️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Від найновіших 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Розширена функціональність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📄 Три режими завантаження: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Пагінація з номерами сторінок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Кнопка "Завантажити більше"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Infinite Scroll (нескінченний скрол)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❤️ Система улюблених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Збереження фото в localStorage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Фільтрація за мінімальною кількістю лайків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Окрема вкладка для перегляду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🖼 Перегляд у повному розмірі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Модальне вікно Bootstrap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Деталі про фото та автора</a:t>
            </a:r>
          </a:p>
          <a:p>
            <a:pPr>
              <a:spcAft>
                <a:spcPts val="1400"/>
              </a:spcAft>
              <a:defRPr sz="1800">
                <a:solidFill>
                  <a:srgbClr val="34495E"/>
                </a:solidFill>
              </a:defRPr>
            </a:pPr>
            <a:r>
              <a:t>• Посилання на оригінал на Unsplash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Модульна архітектура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Проєкт організовано за принципом розділення відповідальностей: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src/config.js - конфігурація API ключів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src/state.js - глобальний стан застосунку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src/dom.js - посилання на DOM елементи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src/storage.js - робота з localStorage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src/api.js - HTTP запити до Unsplash API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src/ui.js - функції відображення інтерфейсу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src/events.js - обробники подій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📁 src/main.js - точка входу, ініціалізація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✅ Переваги модульної архітектури: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Легко підтримувати та розширювати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Чистий та організований код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Можливість повторного використання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Реалізовані теми практики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Створення WEB-проєкту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(Vite, Git, HTML)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Робота з DOM-деревом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(createElement, appendChild)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Обробка подій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(submit, click, scroll)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Масиви та об'єкти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(forEach, find, filter)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HTML-форми та валідація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(required, trim())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Bootstrap та Axios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(Modal, Navbar, HTTP)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Взаємодія з API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(Unsplash, JSON, async)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Обробка помилок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(try-catch, типи помилок)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Пагінація та скрол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(infinite scroll, debounce)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localStorage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(JSON.stringify/parse)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Налагодження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(Chrome DevTools)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✅ Підготовка до публікації</a:t>
            </a:r>
          </a:p>
          <a:p>
            <a:pPr>
              <a:spcAft>
                <a:spcPts val="800"/>
              </a:spcAft>
              <a:defRPr sz="1400">
                <a:solidFill>
                  <a:srgbClr val="34495E"/>
                </a:solidFill>
              </a:defRPr>
            </a:pPr>
            <a:r>
              <a:t>   (build, deploy)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Особливості реалізації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🎯 Делегування подій (Event Delegation)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Один обробник на контейнері галереї замість окремих на кожній картці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→ Економія пам'яті та кращу продуктивність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⏱ Debouncing для оптимізації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Затримка 200мс для scroll, 500мс для фільтрів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→ Запобігання надмірним запитам до API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📱 Адаптивний дизайн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Bootstrap Grid: 3 колонки (desktop), 2 (tablet), 1 (mobile)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→ Коректне відображення на всіх пристроях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🔄 Spread оператор для immutability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state.photos = [...state.photos, ...newPhotos]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→ Immutable підхід до роботи з даними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✨ Lazy loading зображень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&lt;img loading="lazy" /&gt;</a:t>
            </a:r>
          </a:p>
          <a:p>
            <a:pPr>
              <a:spcAft>
                <a:spcPts val="1000"/>
              </a:spcAft>
              <a:defRPr sz="1500">
                <a:solidFill>
                  <a:srgbClr val="34495E"/>
                </a:solidFill>
              </a:defRPr>
            </a:pPr>
            <a:r>
              <a:t>→ Швидше завантаження сторінки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Приклад коду: API запити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export async function fetchPhotos(query, page) {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try {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const response = await axios.get(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`${UNSPLASH_API_URL}/search/photos`,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{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params: {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  query: query,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  page: page,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  per_page: 12,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  client_id: UNSPLASH_ACCESS_KEY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  }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  }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)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return response.data.results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} catch (error) {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handleError(error)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  return []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500">
                <a:solidFill>
                  <a:srgbClr val="34495E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Обробка помилок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Реалізовано комплексну систему обробки помилок: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⚠️ Помилки API: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401 Unauthorized → "Невірний API ключ"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403 Forbidden → "Перевищено ліміт запитів"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Інші коди → "Помилка API: {status}"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🌐 Помилки мережі: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Відсутність з'єднання → "Помилка мережі"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Timeout → "Час очікування вичерпано"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✏️ Помилки валідації: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Порожній запит → "Введіть пошуковий запит"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💾 Помилки localStorage: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• Недоступний → "Не вдалося зберегти"</a:t>
            </a: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34495E"/>
                </a:solidFill>
              </a:defRPr>
            </a:pPr>
            <a:r>
              <a:t>Всі помилки показуються через Bootstrap Alert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Результати та досягнення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Повністю реалізовані всі 12+ тем практики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Модульна архітектура з 8 окремих файлів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Інтеграція з реальним API (Unsplash)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Три різні режими завантаження даних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Адаптивний дизайн для всіх пристроїв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Система збереження улюблених фото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Професійна обробка помилок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Оптимізація продуктивності (debouncing, lazy loading)</a:t>
            </a: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</a:p>
          <a:p>
            <a:pPr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✅ Готовність до deployment (build configuration)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Демонстрація застосунку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🚀 Як запустити проєкт: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1. git clone https://github.com/AlexBram003/Practika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2. cd Practika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3. npm install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4. npm run dev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📱 Відкрити: http://localhost:5173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💡 Спробуйте: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• Пошук: "nature", "city", "architecture"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• Клік на категорію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• Додати фото до улюблених</a:t>
            </a:r>
          </a:p>
          <a:p>
            <a:pPr>
              <a:spcAft>
                <a:spcPts val="1400"/>
              </a:spcAft>
              <a:defRPr sz="2000">
                <a:solidFill>
                  <a:srgbClr val="34495E"/>
                </a:solidFill>
              </a:defRPr>
            </a:pPr>
            <a:r>
              <a:t>• Змінити режим завантаження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4495E"/>
                </a:solidFill>
              </a:defRPr>
            </a:pPr>
            <a:r>
              <a:t>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В результаті виконання навчальної практики: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📚 Набуто практичні навички: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Робота з сучасними інструментами (Vite, Axios, Bootstrap)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Інтеграція з зовнішніми API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Модульна розробка JavaScript застосунків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Асинхронне програмування та обробка помилок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💼 Професійний розвиток: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Створено портфоліо проєкт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Досвід роботи з Git/GitHub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Практика адаптивного дизайну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• UX/UI best practices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🎯 Практична цінність: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Проєкт демонструє готовність до реальної веб-розробки</a:t>
            </a:r>
          </a:p>
          <a:p>
            <a:pPr>
              <a:spcAft>
                <a:spcPts val="1200"/>
              </a:spcAft>
              <a:defRPr sz="1700">
                <a:solidFill>
                  <a:srgbClr val="34495E"/>
                </a:solidFill>
              </a:defRPr>
            </a:pPr>
            <a:r>
              <a:t>та може бути використаний як приклад для роботодавців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Дякую за увагу!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📧 Питання?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📸 Photo Gallery - Брам Олександр, ОП-221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